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0" r:id="rId3"/>
    <p:sldId id="257" r:id="rId4"/>
    <p:sldId id="260" r:id="rId5"/>
    <p:sldId id="272" r:id="rId6"/>
    <p:sldId id="263" r:id="rId7"/>
    <p:sldId id="271" r:id="rId8"/>
    <p:sldId id="265" r:id="rId9"/>
    <p:sldId id="268" r:id="rId10"/>
    <p:sldId id="261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1522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5BDEC690-AC5B-4946-A2BC-5B2233C59C46}" type="datetimeFigureOut">
              <a:rPr lang="en-US" smtClean="0"/>
              <a:t>25-Jul-25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423528A0-F5D3-4293-AFF5-004E91755E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EC690-AC5B-4946-A2BC-5B2233C59C46}" type="datetimeFigureOut">
              <a:rPr lang="en-US" smtClean="0"/>
              <a:t>25-Jul-25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528A0-F5D3-4293-AFF5-004E91755E3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EC690-AC5B-4946-A2BC-5B2233C59C46}" type="datetimeFigureOut">
              <a:rPr lang="en-US" smtClean="0"/>
              <a:t>25-Jul-25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528A0-F5D3-4293-AFF5-004E91755E3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EC690-AC5B-4946-A2BC-5B2233C59C46}" type="datetimeFigureOut">
              <a:rPr lang="en-US" smtClean="0"/>
              <a:t>25-Jul-25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528A0-F5D3-4293-AFF5-004E91755E3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EC690-AC5B-4946-A2BC-5B2233C59C46}" type="datetimeFigureOut">
              <a:rPr lang="en-US" smtClean="0"/>
              <a:t>25-Jul-25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528A0-F5D3-4293-AFF5-004E91755E32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EC690-AC5B-4946-A2BC-5B2233C59C46}" type="datetimeFigureOut">
              <a:rPr lang="en-US" smtClean="0"/>
              <a:t>25-Jul-25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528A0-F5D3-4293-AFF5-004E91755E3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EC690-AC5B-4946-A2BC-5B2233C59C46}" type="datetimeFigureOut">
              <a:rPr lang="en-US" smtClean="0"/>
              <a:t>25-Jul-25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528A0-F5D3-4293-AFF5-004E91755E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5BDEC690-AC5B-4946-A2BC-5B2233C59C46}" type="datetimeFigureOut">
              <a:rPr lang="en-US" smtClean="0"/>
              <a:t>25-Jul-25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528A0-F5D3-4293-AFF5-004E91755E32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5BDEC690-AC5B-4946-A2BC-5B2233C59C46}" type="datetimeFigureOut">
              <a:rPr lang="en-US" smtClean="0"/>
              <a:t>25-Jul-25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423528A0-F5D3-4293-AFF5-004E91755E32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EC690-AC5B-4946-A2BC-5B2233C59C46}" type="datetimeFigureOut">
              <a:rPr lang="en-US" smtClean="0"/>
              <a:t>25-Jul-25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528A0-F5D3-4293-AFF5-004E91755E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EC690-AC5B-4946-A2BC-5B2233C59C46}" type="datetimeFigureOut">
              <a:rPr lang="en-US" smtClean="0"/>
              <a:t>25-Jul-25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528A0-F5D3-4293-AFF5-004E91755E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5BDEC690-AC5B-4946-A2BC-5B2233C59C46}" type="datetimeFigureOut">
              <a:rPr lang="en-US" smtClean="0"/>
              <a:t>25-Jul-25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423528A0-F5D3-4293-AFF5-004E91755E3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3900" y="1752600"/>
            <a:ext cx="7772400" cy="1752600"/>
          </a:xfrm>
        </p:spPr>
        <p:txBody>
          <a:bodyPr>
            <a:normAutofit/>
          </a:bodyPr>
          <a:lstStyle/>
          <a:p>
            <a:r>
              <a:rPr lang="en-US" sz="5400" dirty="0"/>
              <a:t>HackVitraSec</a:t>
            </a:r>
            <a:br>
              <a:rPr lang="en-US" dirty="0"/>
            </a:br>
            <a:r>
              <a:rPr lang="en-US" sz="2400" i="1" dirty="0"/>
              <a:t>Be Secure with HVSec, Your Security, Our Priority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3600896"/>
            <a:ext cx="7772400" cy="1199704"/>
          </a:xfrm>
        </p:spPr>
        <p:txBody>
          <a:bodyPr>
            <a:normAutofit/>
          </a:bodyPr>
          <a:lstStyle/>
          <a:p>
            <a:r>
              <a:rPr lang="en-US" dirty="0"/>
              <a:t>Presenting by HackVitraSec/HVSec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4260272" y="4191000"/>
            <a:ext cx="4350327" cy="599852"/>
          </a:xfrm>
          <a:prstGeom prst="rect">
            <a:avLst/>
          </a:prstGeom>
        </p:spPr>
        <p:txBody>
          <a:bodyPr vert="horz" lIns="45720" rIns="45720">
            <a:normAutofit fontScale="92500"/>
          </a:bodyPr>
          <a:lstStyle>
            <a:lvl1pPr marL="0" marR="64008" indent="0" algn="r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None/>
              <a:defRPr kumimoji="0" sz="27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None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None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None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None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US" dirty="0" err="1"/>
              <a:t>Present:Niladri</a:t>
            </a:r>
            <a:r>
              <a:rPr lang="en-US" dirty="0"/>
              <a:t> Sekhar Maji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152400" y="6096000"/>
            <a:ext cx="3855027" cy="599852"/>
          </a:xfrm>
          <a:prstGeom prst="rect">
            <a:avLst/>
          </a:prstGeom>
        </p:spPr>
        <p:txBody>
          <a:bodyPr vert="horz" lIns="45720" rIns="45720">
            <a:normAutofit/>
          </a:bodyPr>
          <a:lstStyle>
            <a:lvl1pPr marL="0" marR="64008" indent="0" algn="r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None/>
              <a:defRPr kumimoji="0" sz="27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None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None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None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None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US" dirty="0"/>
              <a:t>Date: 21st July, 2025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0" t="27675" r="3333" b="36365"/>
          <a:stretch/>
        </p:blipFill>
        <p:spPr>
          <a:xfrm>
            <a:off x="2362200" y="401307"/>
            <a:ext cx="4648200" cy="1884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191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E0E773-BF00-4816-8E0D-2C50B2422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			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		</a:t>
            </a:r>
            <a:r>
              <a:rPr lang="en-US" u="sng" dirty="0">
                <a:solidFill>
                  <a:srgbClr val="002060"/>
                </a:solidFill>
                <a:effectLst/>
              </a:rPr>
              <a:t>Agenda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86D7F0-D88C-4462-B23C-37E79A5C1C4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0" t="27675" r="3333" b="36365"/>
          <a:stretch/>
        </p:blipFill>
        <p:spPr>
          <a:xfrm>
            <a:off x="390857" y="304800"/>
            <a:ext cx="2352343" cy="9537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B6C30A3-0DE9-46A0-904E-AF5C52C36099}"/>
              </a:ext>
            </a:extLst>
          </p:cNvPr>
          <p:cNvSpPr txBox="1"/>
          <p:nvPr/>
        </p:nvSpPr>
        <p:spPr>
          <a:xfrm>
            <a:off x="762000" y="1905000"/>
            <a:ext cx="73152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Introduction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Core Services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Why Security is Important in Coding &amp;Technology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Why Choose </a:t>
            </a:r>
            <a:r>
              <a:rPr lang="en-US" sz="2400" b="1" dirty="0" err="1"/>
              <a:t>HackVitraSec</a:t>
            </a:r>
            <a:r>
              <a:rPr lang="en-US" sz="2400" b="1" dirty="0"/>
              <a:t> for Secure Web Development 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Why Choose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HackVitraSec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Solutions?</a:t>
            </a:r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Future Aspects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/>
          </a:p>
          <a:p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399754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602181" y="609600"/>
            <a:ext cx="45512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143000"/>
            <a:ext cx="624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What is HackVitraSec?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769" y="2094131"/>
            <a:ext cx="823803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 err="1"/>
              <a:t>HackVitrasec</a:t>
            </a:r>
            <a:r>
              <a:rPr lang="en-US" sz="2400" dirty="0"/>
              <a:t> is a creative tech agency providing cybersecurity services ,web development, UI/UX design, and many </a:t>
            </a:r>
            <a:r>
              <a:rPr lang="en-US" sz="2400" dirty="0" err="1"/>
              <a:t>serveise</a:t>
            </a:r>
            <a:r>
              <a:rPr lang="en-US" sz="2400" dirty="0"/>
              <a:t>.</a:t>
            </a:r>
          </a:p>
          <a:p>
            <a:pPr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🌍 Serving global clients with excellence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🧠 Backed by 10+ years of industry experience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🛡Mission: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To build a digitally secure world, one system at a time.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0" t="27675" r="3333" b="36365"/>
          <a:stretch/>
        </p:blipFill>
        <p:spPr>
          <a:xfrm>
            <a:off x="390857" y="304800"/>
            <a:ext cx="2352343" cy="953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656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19400" y="1463779"/>
            <a:ext cx="4343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u="sng" dirty="0"/>
              <a:t>Core Services</a:t>
            </a:r>
            <a:endParaRPr lang="en-US" sz="4400" b="1" u="sng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0" t="27675" r="3333" b="36365"/>
          <a:stretch/>
        </p:blipFill>
        <p:spPr>
          <a:xfrm>
            <a:off x="390857" y="304800"/>
            <a:ext cx="2352343" cy="9537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B966F1F-BCD3-4778-A995-89BE10EAD4E2}"/>
              </a:ext>
            </a:extLst>
          </p:cNvPr>
          <p:cNvSpPr txBox="1"/>
          <p:nvPr/>
        </p:nvSpPr>
        <p:spPr>
          <a:xfrm>
            <a:off x="1104900" y="2438400"/>
            <a:ext cx="77724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🔒 Vulnerability Assessment &amp; Penetration Testing (VAPT) </a:t>
            </a:r>
          </a:p>
          <a:p>
            <a:r>
              <a:rPr lang="en-US" sz="2000" b="1" dirty="0"/>
              <a:t>🌐 Website &amp; Application Security Testing </a:t>
            </a:r>
          </a:p>
          <a:p>
            <a:r>
              <a:rPr lang="en-US" sz="2000" b="1" dirty="0"/>
              <a:t>👨‍💻 Source Code Review </a:t>
            </a:r>
          </a:p>
          <a:p>
            <a:r>
              <a:rPr lang="en-US" sz="2000" b="1" dirty="0"/>
              <a:t>🛡️ Secure Web Development </a:t>
            </a:r>
          </a:p>
          <a:p>
            <a:r>
              <a:rPr lang="en-US" sz="2000" b="1" dirty="0"/>
              <a:t>🚧 Web Application Firewall (WAF) Setup </a:t>
            </a:r>
          </a:p>
          <a:p>
            <a:r>
              <a:rPr lang="en-US" sz="2000" b="1" dirty="0"/>
              <a:t>☁️ SaaS-based Security Tools </a:t>
            </a:r>
          </a:p>
          <a:p>
            <a:r>
              <a:rPr lang="en-US" sz="2000" b="1" dirty="0"/>
              <a:t>🧩 Custom Security Software Development </a:t>
            </a:r>
          </a:p>
          <a:p>
            <a:r>
              <a:rPr lang="en-US" sz="2000" b="1" dirty="0"/>
              <a:t>🕵️‍♂️ Ethical Hacking Audits (CEH Standards) </a:t>
            </a:r>
          </a:p>
          <a:p>
            <a:r>
              <a:rPr lang="en-US" sz="2000" b="1" dirty="0"/>
              <a:t>🎓 Cybersecurity and development Internships &amp; Team Training</a:t>
            </a:r>
          </a:p>
          <a:p>
            <a:r>
              <a:rPr lang="en-US" sz="2000" b="1" dirty="0"/>
              <a:t>    </a:t>
            </a:r>
          </a:p>
          <a:p>
            <a:r>
              <a:rPr lang="en-US" sz="2000" b="1" dirty="0" err="1"/>
              <a:t>etc</a:t>
            </a:r>
            <a:r>
              <a:rPr lang="en-US" sz="2000" b="1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508291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81200" y="1353906"/>
            <a:ext cx="6629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Why Security is Important in Coding &amp; Technology</a:t>
            </a:r>
            <a:endParaRPr lang="en-US" sz="2800" b="1" u="sng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0" t="27675" r="3333" b="36365"/>
          <a:stretch/>
        </p:blipFill>
        <p:spPr>
          <a:xfrm>
            <a:off x="390857" y="304800"/>
            <a:ext cx="2352343" cy="9537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B966F1F-BCD3-4778-A995-89BE10EAD4E2}"/>
              </a:ext>
            </a:extLst>
          </p:cNvPr>
          <p:cNvSpPr txBox="1"/>
          <p:nvPr/>
        </p:nvSpPr>
        <p:spPr>
          <a:xfrm>
            <a:off x="533400" y="2795660"/>
            <a:ext cx="838200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1. </a:t>
            </a:r>
            <a:r>
              <a:rPr lang="en-US" b="1" dirty="0"/>
              <a:t>Protects User Data</a:t>
            </a:r>
            <a:r>
              <a:rPr lang="en-US" sz="1600" dirty="0"/>
              <a:t>: Security keeps personal and sensitive data safe from theft 		         or misuse.</a:t>
            </a:r>
          </a:p>
          <a:p>
            <a:r>
              <a:rPr lang="en-US" b="1" dirty="0"/>
              <a:t>2. Prevents Cyber Attacks: </a:t>
            </a:r>
            <a:r>
              <a:rPr lang="en-US" sz="1600" dirty="0"/>
              <a:t>It helps block hackers, viruses, and malicious 			    software from harming systems.</a:t>
            </a:r>
          </a:p>
          <a:p>
            <a:r>
              <a:rPr lang="en-US" sz="1600" b="1" dirty="0"/>
              <a:t>3. </a:t>
            </a:r>
            <a:r>
              <a:rPr lang="en-US" b="1" dirty="0"/>
              <a:t>Saves Money &amp; Reputation: </a:t>
            </a:r>
            <a:r>
              <a:rPr lang="en-US" sz="1600" dirty="0"/>
              <a:t>A single breach can cost companies millions and 			        damage trust.</a:t>
            </a:r>
          </a:p>
          <a:p>
            <a:r>
              <a:rPr lang="en-US" sz="1600" b="1" dirty="0"/>
              <a:t>4. </a:t>
            </a:r>
            <a:r>
              <a:rPr lang="en-US" b="1" dirty="0"/>
              <a:t>Keeps Software Reliable: </a:t>
            </a:r>
            <a:r>
              <a:rPr lang="en-US" sz="1600" dirty="0"/>
              <a:t>Secure code reduces bugs, crashes, and 				     unexpected behavior.</a:t>
            </a:r>
          </a:p>
          <a:p>
            <a:r>
              <a:rPr lang="en-US" b="1" dirty="0"/>
              <a:t>7. Builds User Trust: </a:t>
            </a:r>
            <a:r>
              <a:rPr lang="en-US" sz="1600" dirty="0"/>
              <a:t>People feel safer using tech that protects their privacy and 		        data.</a:t>
            </a:r>
          </a:p>
        </p:txBody>
      </p:sp>
    </p:spTree>
    <p:extLst>
      <p:ext uri="{BB962C8B-B14F-4D97-AF65-F5344CB8AC3E}">
        <p14:creationId xmlns:p14="http://schemas.microsoft.com/office/powerpoint/2010/main" val="2585445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19200" y="1279934"/>
            <a:ext cx="7696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/>
              <a:t>Why Choose </a:t>
            </a:r>
            <a:r>
              <a:rPr lang="en-US" sz="3200" b="1" u="sng" dirty="0" err="1"/>
              <a:t>HackVitraSec</a:t>
            </a:r>
            <a:r>
              <a:rPr lang="en-US" sz="3200" b="1" u="sng" dirty="0"/>
              <a:t> for Secure Web Development </a:t>
            </a:r>
            <a:r>
              <a:rPr lang="en-US" sz="3200" b="1" dirty="0"/>
              <a:t>?</a:t>
            </a:r>
          </a:p>
          <a:p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47800" y="2376148"/>
            <a:ext cx="67818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B0F0"/>
              </a:buClr>
            </a:pPr>
            <a:r>
              <a:rPr lang="en-US" sz="2400" dirty="0"/>
              <a:t>🌐 Custom-Built Websites</a:t>
            </a:r>
            <a:br>
              <a:rPr lang="en-US" sz="2400" dirty="0"/>
            </a:br>
            <a:r>
              <a:rPr lang="en-US" sz="2400" dirty="0"/>
              <a:t>🧑‍💻 Full-Stack Expertise</a:t>
            </a:r>
            <a:br>
              <a:rPr lang="en-US" sz="2400" dirty="0"/>
            </a:br>
            <a:r>
              <a:rPr lang="en-US" sz="2400" dirty="0"/>
              <a:t>🧠 UX-Focused Design</a:t>
            </a:r>
            <a:br>
              <a:rPr lang="en-US" sz="2400" dirty="0"/>
            </a:br>
            <a:r>
              <a:rPr lang="en-US" sz="2400" dirty="0"/>
              <a:t>🔐 Built-In Cybersecurity</a:t>
            </a:r>
            <a:br>
              <a:rPr lang="en-US" sz="2400" dirty="0"/>
            </a:br>
            <a:r>
              <a:rPr lang="en-US" sz="2400" dirty="0"/>
              <a:t>📱 Mobile-Responsive</a:t>
            </a:r>
          </a:p>
          <a:p>
            <a:pPr>
              <a:buClr>
                <a:srgbClr val="00B0F0"/>
              </a:buClr>
            </a:pPr>
            <a:r>
              <a:rPr lang="en-US" sz="2400" dirty="0"/>
              <a:t>🔐 2FA and Secure Login Frameworks</a:t>
            </a:r>
            <a:br>
              <a:rPr lang="en-US" sz="2400" dirty="0"/>
            </a:br>
            <a:r>
              <a:rPr lang="en-US" sz="2400" dirty="0"/>
              <a:t>📈 SEO &amp; Performance Optimized</a:t>
            </a:r>
            <a:br>
              <a:rPr lang="en-US" sz="2400" dirty="0"/>
            </a:br>
            <a:r>
              <a:rPr lang="en-US" sz="2400" dirty="0"/>
              <a:t>🤝 Ongoing Support &amp; Maintenance</a:t>
            </a:r>
          </a:p>
          <a:p>
            <a:r>
              <a:rPr lang="en-US" sz="2400" dirty="0"/>
              <a:t>🛠️ We fix coding-related bugs max-to-max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0" t="27675" r="3333" b="36365"/>
          <a:stretch/>
        </p:blipFill>
        <p:spPr>
          <a:xfrm>
            <a:off x="390857" y="304800"/>
            <a:ext cx="2352343" cy="953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019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90600" y="1258669"/>
            <a:ext cx="78486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Why Choose HackVitraSec Solutions?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600" y="2090172"/>
            <a:ext cx="80772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B0F0"/>
              </a:buClr>
              <a:buFont typeface="Wingdings" pitchFamily="2" charset="2"/>
              <a:buChar char="q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10+ Years of Cybersecurity Experience</a:t>
            </a:r>
          </a:p>
          <a:p>
            <a:pPr marL="342900" indent="-342900">
              <a:buClr>
                <a:srgbClr val="00B0F0"/>
              </a:buClr>
              <a:buFont typeface="Wingdings" pitchFamily="2" charset="2"/>
              <a:buChar char="q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10+ Years of Developer Experience</a:t>
            </a:r>
          </a:p>
          <a:p>
            <a:pPr marL="342900" indent="-342900">
              <a:buClr>
                <a:srgbClr val="00B0F0"/>
              </a:buClr>
              <a:buFont typeface="Wingdings" pitchFamily="2" charset="2"/>
              <a:buChar char="q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Certified Ethical Hackers (CEH, OSCP)</a:t>
            </a:r>
          </a:p>
          <a:p>
            <a:pPr marL="342900" indent="-342900">
              <a:buClr>
                <a:srgbClr val="00B0F0"/>
              </a:buClr>
              <a:buFont typeface="Wingdings" pitchFamily="2" charset="2"/>
              <a:buChar char="q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Certified Developer</a:t>
            </a:r>
          </a:p>
          <a:p>
            <a:pPr marL="342900" indent="-342900">
              <a:buClr>
                <a:srgbClr val="00B0F0"/>
              </a:buClr>
              <a:buFont typeface="Wingdings" pitchFamily="2" charset="2"/>
              <a:buChar char="q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Customized &amp; Scalable Solutions</a:t>
            </a:r>
          </a:p>
          <a:p>
            <a:pPr marL="342900" indent="-342900">
              <a:buClr>
                <a:srgbClr val="00B0F0"/>
              </a:buClr>
              <a:buFont typeface="Wingdings" pitchFamily="2" charset="2"/>
              <a:buChar char="q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24/7 Support &amp; Fast Turnaround</a:t>
            </a:r>
          </a:p>
          <a:p>
            <a:pPr marL="342900" indent="-342900">
              <a:buClr>
                <a:srgbClr val="00B0F0"/>
              </a:buClr>
              <a:buFont typeface="Wingdings" pitchFamily="2" charset="2"/>
              <a:buChar char="q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Transparent, Risk-Based Reporting</a:t>
            </a:r>
          </a:p>
          <a:p>
            <a:pPr marL="342900" indent="-342900">
              <a:buClr>
                <a:srgbClr val="00B0F0"/>
              </a:buClr>
              <a:buFont typeface="Wingdings" pitchFamily="2" charset="2"/>
              <a:buChar char="q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Affordable Pricing for All Business Sizes</a:t>
            </a:r>
          </a:p>
          <a:p>
            <a:pPr marL="342900" indent="-342900">
              <a:buClr>
                <a:srgbClr val="00B0F0"/>
              </a:buClr>
              <a:buFont typeface="Wingdings" pitchFamily="2" charset="2"/>
              <a:buChar char="q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Proven Track Record with Global Clients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0" t="27675" r="3333" b="36365"/>
          <a:stretch/>
        </p:blipFill>
        <p:spPr>
          <a:xfrm>
            <a:off x="390857" y="304800"/>
            <a:ext cx="2352343" cy="953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268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438400" y="1371600"/>
            <a:ext cx="5105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u="sng" dirty="0"/>
              <a:t>FUTURE ASPECTS</a:t>
            </a:r>
            <a:endParaRPr lang="en-US" sz="3600" b="1" u="sng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0" t="27675" r="3333" b="36365"/>
          <a:stretch/>
        </p:blipFill>
        <p:spPr>
          <a:xfrm>
            <a:off x="390857" y="304800"/>
            <a:ext cx="2352343" cy="9537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710E0A5-E543-4D88-AB73-9D0B6B498098}"/>
              </a:ext>
            </a:extLst>
          </p:cNvPr>
          <p:cNvSpPr txBox="1"/>
          <p:nvPr/>
        </p:nvSpPr>
        <p:spPr>
          <a:xfrm>
            <a:off x="1493876" y="2286000"/>
            <a:ext cx="5645944" cy="28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🌍 </a:t>
            </a:r>
            <a:r>
              <a:rPr lang="en-US" sz="2000" b="1" dirty="0"/>
              <a:t>Expanding Global Reach</a:t>
            </a:r>
            <a:br>
              <a:rPr lang="en-US" sz="2000" dirty="0"/>
            </a:br>
            <a:r>
              <a:rPr lang="en-US" sz="2000" dirty="0"/>
              <a:t>📱 </a:t>
            </a:r>
            <a:r>
              <a:rPr lang="en-US" sz="2000" b="1" dirty="0"/>
              <a:t>Mobile App Development </a:t>
            </a:r>
            <a:br>
              <a:rPr lang="en-US" sz="2000" dirty="0"/>
            </a:br>
            <a:r>
              <a:rPr lang="en-US" sz="2000" dirty="0"/>
              <a:t>🤖 </a:t>
            </a:r>
            <a:r>
              <a:rPr lang="en-US" sz="2000" b="1" dirty="0"/>
              <a:t>AI &amp; Automation Integration</a:t>
            </a:r>
            <a:br>
              <a:rPr lang="en-US" sz="2000" dirty="0"/>
            </a:br>
            <a:r>
              <a:rPr lang="en-US" sz="2000" dirty="0"/>
              <a:t>🔐 </a:t>
            </a:r>
            <a:r>
              <a:rPr lang="en-US" sz="2000" b="1" dirty="0"/>
              <a:t>Advanced Cybersecurity Services</a:t>
            </a:r>
            <a:br>
              <a:rPr lang="en-US" sz="2000" dirty="0"/>
            </a:br>
            <a:r>
              <a:rPr lang="en-US" sz="2000" dirty="0"/>
              <a:t>📊 </a:t>
            </a:r>
            <a:r>
              <a:rPr lang="en-US" sz="2000" b="1" dirty="0"/>
              <a:t>Data Analytics &amp; Business Intelligence</a:t>
            </a:r>
            <a:br>
              <a:rPr lang="en-US" sz="2000" dirty="0"/>
            </a:br>
            <a:r>
              <a:rPr lang="en-US" sz="2000" dirty="0"/>
              <a:t>🎓 </a:t>
            </a:r>
            <a:r>
              <a:rPr lang="en-US" sz="2000" b="1" dirty="0"/>
              <a:t>Digital Skill Training &amp; Workshops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87200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19400" y="1106269"/>
            <a:ext cx="3886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Contact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6526" y="1828800"/>
            <a:ext cx="8077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B0F0"/>
              </a:buClr>
              <a:buFont typeface="Wingdings" pitchFamily="2" charset="2"/>
              <a:buChar char="Ø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Address: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Sambhajinagar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Maharashtra, India - 431001</a:t>
            </a:r>
          </a:p>
          <a:p>
            <a:pPr marL="342900" indent="-342900">
              <a:buClr>
                <a:srgbClr val="00B0F0"/>
              </a:buClr>
              <a:buFont typeface="Wingdings" pitchFamily="2" charset="2"/>
              <a:buChar char="Ø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Gmail: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hackvitrasec@gmail.com</a:t>
            </a:r>
          </a:p>
          <a:p>
            <a:pPr marL="342900" indent="-342900">
              <a:buClr>
                <a:srgbClr val="00B0F0"/>
              </a:buClr>
              <a:buFont typeface="Wingdings" pitchFamily="2" charset="2"/>
              <a:buChar char="Ø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Email: contact@hackvitrasec.com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Clr>
                <a:srgbClr val="00B0F0"/>
              </a:buClr>
              <a:buFont typeface="Wingdings" pitchFamily="2" charset="2"/>
              <a:buChar char="Ø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Website: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www.hackvitrasec.com</a:t>
            </a:r>
          </a:p>
          <a:p>
            <a:pPr marL="342900" indent="-342900">
              <a:buClr>
                <a:srgbClr val="00B0F0"/>
              </a:buClr>
              <a:buFont typeface="Wingdings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Follow us on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Instagram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| LinkedIn | YouTube| Facebook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0" t="27675" r="3333" b="36365"/>
          <a:stretch/>
        </p:blipFill>
        <p:spPr>
          <a:xfrm>
            <a:off x="390857" y="304800"/>
            <a:ext cx="2352343" cy="953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392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49238" y="1828800"/>
            <a:ext cx="43988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i="1" dirty="0">
                <a:latin typeface="Times New Roman" pitchFamily="18" charset="0"/>
                <a:cs typeface="Times New Roman" pitchFamily="18" charset="0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8147" y="3422073"/>
            <a:ext cx="80009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Be Secure with HVSec, </a:t>
            </a:r>
          </a:p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			Your security, Our Priority.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0" t="27675" r="3333" b="36365"/>
          <a:stretch/>
        </p:blipFill>
        <p:spPr>
          <a:xfrm>
            <a:off x="390857" y="304800"/>
            <a:ext cx="2352343" cy="953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044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536</TotalTime>
  <Words>498</Words>
  <Application>Microsoft Office PowerPoint</Application>
  <PresentationFormat>On-screen Show (4:3)</PresentationFormat>
  <Paragraphs>59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Lucida Sans Unicode</vt:lpstr>
      <vt:lpstr>Times New Roman</vt:lpstr>
      <vt:lpstr>Verdana</vt:lpstr>
      <vt:lpstr>Wingdings</vt:lpstr>
      <vt:lpstr>Wingdings 2</vt:lpstr>
      <vt:lpstr>Wingdings 3</vt:lpstr>
      <vt:lpstr>Concourse</vt:lpstr>
      <vt:lpstr>HackVitraSec Be Secure with HVSec, Your Security, Our Priority</vt:lpstr>
      <vt:lpstr>        Agenda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NexoraSec Solutions</dc:title>
  <dc:creator>hp</dc:creator>
  <cp:lastModifiedBy>Niladri Sekhar Maji</cp:lastModifiedBy>
  <cp:revision>35</cp:revision>
  <dcterms:created xsi:type="dcterms:W3CDTF">2025-05-26T14:52:37Z</dcterms:created>
  <dcterms:modified xsi:type="dcterms:W3CDTF">2025-07-25T17:28:59Z</dcterms:modified>
</cp:coreProperties>
</file>